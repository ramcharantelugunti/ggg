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293-cf02-8f8c-8000-00009ab254e7.png?kimi-sig=0gghpoEFwCzJxhThkwrf21mCqzVnSysMwkdX0L-SR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29f-3512-8164-8000-00009965bdc4.png?kimi-sig=NvAw68lC_pfTPJsDtbvbbUIIdJ90KNBdx1ZFIJP8C-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29f-8d62-8a17-8000-000084152a71.png?kimi-sig=PbkNxTsc8yfNZ7BcfoYhNkLQzg9BjoSyIDsYrUjwV0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29e-dbb2-8438-8000-0000b2e6b626.png?kimi-sig=jX1YIfa4quT1ALzSZNClpmdjn2PyJc6m6zkf7CLQzz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29f-51a2-8bd1-8000-00000548369c.png?kimi-sig=k45E0i2LaEzNkX_uJdAGaw-B9stGNEGXK9yb4LEFN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29f-0682-899a-8000-0000fdf06b26.png?kimi-sig=K2FWxMsGAyvIual-gSc93NUZQGGB89VT3oPo04ep9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2ab-3e72-8dbc-8000-000059b3b5fa.png?kimi-sig=oetTLNPc8NcQvJgmR6EaEpv2np3cZqGB2NFaBXJ5k2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2ab-abf2-8d4f-8000-00002f414174.png?kimi-sig=hpR4KmJdrmn99Mk3gSQKX1MEIIHLXa4FNX3D6nQzcp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Demystifying package-lock.json</dc:title>
  <dc:subject>Demystifying package-lock.json</dc:subject>
  <dc:creator>Kimi</dc:creator>
  <cp:lastModifiedBy>Kimi</cp:lastModifiedBy>
  <cp:revision>1</cp:revision>
  <dcterms:created xsi:type="dcterms:W3CDTF">2025-12-09T17:31:28Z</dcterms:created>
  <dcterms:modified xsi:type="dcterms:W3CDTF">2025-12-09T17:31:28Z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{"Label":"Demystifying package-lock.json","ContentProducer":"001191110108MACG2KBH8F10000","ProduceID":"d4s5oiumu6sdmbfo3fgg","ReservedCode1":"","ContentPropagator":"001191110108MACG2KBH8F20000","PropagateID":"d4s5oiumu6sdmbfo3fgg","ReservedCode2":""}</vt:lpwstr>
  </property>
</Properties>
</file>