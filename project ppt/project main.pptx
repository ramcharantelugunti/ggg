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36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44-7e12-8d37-8000-0000e477a2cf.png?kimi-sig=myphEVNOqPMfTkIbgRCzfpiexTDmKxp6mgBsERvyB1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7-fcd2-8618-8000-00005adf6973.png?kimi-sig=Xf_-Y5SMdkE3w05K9SI1kwgISxHgRIMcA_NoTZtXn0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4a-b4d2-82ea-8000-0000925d6dd2.png?kimi-sig=bcJWkKswkCtBKIFlF7eJdzVJQFKtAkQkI7kay3QQbg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0-fac2-8b3b-8000-000059a55de5.png?kimi-sig=GK3DtPIIQwW6YXIchAQLirbFgi-Fbi8s5khJIXrues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1-ba42-86cb-8000-0000b399343c.png?kimi-sig=UQOiNVOhWHeUVGfPBTaI1qOsozvzF1pIRwo8JjSsL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52-6552-8703-8000-0000e9c0d6db.png?kimi-sig=dijcKt47n3bONXIXq6kjUM3mJL4vMk1n8bZSPWzSL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65-5832-81d8-8000-000060c6b68f.png?kimi-sig=arrMa_rSOA1xrGPytbU_oGWAFlBCN35iUBIlahMRKy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65-ea42-865e-8000-00002532ccaa.png?kimi-sig=6zYWlUhf3c_lQVR8gTdRI95GFRM4MVc3Fzsas20vmg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66-d2b2-860c-8000-000055208db4.png?kimi-sig=l0vspOTDE6uPOEgusuW_qZMD7lAcVjXiNeWYZS2onk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64-ddb2-86af-8000-0000fe0094a3.png?kimi-sig=n0kYudTRQSF-rzHqGNBCTYcs55jGDzv99g485TknN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65-a272-8d64-8000-00004122e72c.png?kimi-sig=4RTg3QIafVj4eErRvvrFatFwIUO2NRDNbKTklLXHg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4178-08b2-8339-8000-0000b83de52a.png?kimi-sig=SBMUlCB3LU82fhVNUZ2VS1crXy8eQVLojvvbxu3JlF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Custom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Water &amp; Crop Sentinel</dc:title>
  <dc:subject>AI Water &amp; Crop Sentinel</dc:subject>
  <dc:creator>Kimi</dc:creator>
  <cp:lastModifiedBy>ram charan</cp:lastModifiedBy>
  <cp:revision>1</cp:revision>
  <dcterms:created xsi:type="dcterms:W3CDTF">2025-12-09T17:12:29Z</dcterms:created>
  <dcterms:modified xsi:type="dcterms:W3CDTF">2025-12-09T17:26:10Z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Water &amp; Crop Sentinel","ContentProducer":"001191110108MACG2KBH8F10000","ProduceID":"d4s5dn98bjvp66funcng","ReservedCode1":"","ContentPropagator":"001191110108MACG2KBH8F20000","PropagateID":"d4s5dn98bjvp66funcng","ReservedCode2":""}</vt:lpwstr>
  </property>
</Properties>
</file>